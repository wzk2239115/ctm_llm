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6f5224ee144242" /><Relationship Type="http://schemas.openxmlformats.org/officeDocument/2006/relationships/extended-properties" Target="/docProps/app.xml" Id="Rfcda225796094151" /><Relationship Type="http://schemas.openxmlformats.org/officeDocument/2006/relationships/officeDocument" Target="/ppt/presentation.xml" Id="R7f23f379fa2844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68657fa4034f79"/>
  </p:sldMasterIdLst>
  <p:notesMasterIdLst>
    <p:notesMasterId xmlns:r="http://schemas.openxmlformats.org/officeDocument/2006/relationships" r:id="R2c41ea43065e4fb8"/>
  </p:notesMasterIdLst>
  <p:sldIdLst>
    <p:sldId xmlns:r="http://schemas.openxmlformats.org/officeDocument/2006/relationships" id="256" r:id="Rea9a213851424f46"/>
    <p:sldId xmlns:r="http://schemas.openxmlformats.org/officeDocument/2006/relationships" id="257" r:id="Raed025d318144dfc"/>
    <p:sldId xmlns:r="http://schemas.openxmlformats.org/officeDocument/2006/relationships" id="258" r:id="Rfd9eee8408e64ef4"/>
    <p:sldId xmlns:r="http://schemas.openxmlformats.org/officeDocument/2006/relationships" id="259" r:id="Rf9ca074b785d4c10"/>
    <p:sldId xmlns:r="http://schemas.openxmlformats.org/officeDocument/2006/relationships" id="260" r:id="R793fbdac6be54b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e31bafc49b4e51" /><Relationship Type="http://schemas.openxmlformats.org/officeDocument/2006/relationships/slideMaster" Target="/ppt/slideMasters/slideMaster1.xml" Id="R0f68657fa4034f79" /><Relationship Type="http://schemas.openxmlformats.org/officeDocument/2006/relationships/notesMaster" Target="/ppt/notesMasters/notesMaster1.xml" Id="R2c41ea43065e4fb8" /><Relationship Type="http://schemas.openxmlformats.org/officeDocument/2006/relationships/presProps" Target="/ppt/presProps.xml" Id="R60b17e38c51e4636" /><Relationship Type="http://schemas.openxmlformats.org/officeDocument/2006/relationships/tableStyles" Target="/ppt/tableStyles.xml" Id="R1ff9425d40a34d73" /><Relationship Type="http://schemas.openxmlformats.org/officeDocument/2006/relationships/slide" Target="/ppt/slides/slide1.xml" Id="Rea9a213851424f46" /><Relationship Type="http://schemas.openxmlformats.org/officeDocument/2006/relationships/slide" Target="/ppt/slides/slide2.xml" Id="Raed025d318144dfc" /><Relationship Type="http://schemas.openxmlformats.org/officeDocument/2006/relationships/slide" Target="/ppt/slides/slide3.xml" Id="Rfd9eee8408e64ef4" /><Relationship Type="http://schemas.openxmlformats.org/officeDocument/2006/relationships/slide" Target="/ppt/slides/slide4.xml" Id="Rf9ca074b785d4c10" /><Relationship Type="http://schemas.openxmlformats.org/officeDocument/2006/relationships/slide" Target="/ppt/slides/slide5.xml" Id="R793fbdac6be54b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646821426842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a2e6af7e924fd9" /><Relationship Type="http://schemas.openxmlformats.org/officeDocument/2006/relationships/notesMaster" Target="/ppt/notesMasters/notesMaster1.xml" Id="R6dd211266d1f44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6d365b17e8416f" /><Relationship Type="http://schemas.openxmlformats.org/officeDocument/2006/relationships/notesMaster" Target="/ppt/notesMasters/notesMaster1.xml" Id="R460bed5becc34c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90971d12dc4011" /><Relationship Type="http://schemas.openxmlformats.org/officeDocument/2006/relationships/notesMaster" Target="/ppt/notesMasters/notesMaster1.xml" Id="R180972fdb2a94c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bb33739db04387" /><Relationship Type="http://schemas.openxmlformats.org/officeDocument/2006/relationships/notesMaster" Target="/ppt/notesMasters/notesMaster1.xml" Id="R85edbe02d06d41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1a4b46c5a94a82" /><Relationship Type="http://schemas.openxmlformats.org/officeDocument/2006/relationships/notesMaster" Target="/ppt/notesMasters/notesMaster1.xml" Id="R322b1e2054ed4c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bd15696934e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b9a7417ec643a7" /><Relationship Type="http://schemas.openxmlformats.org/officeDocument/2006/relationships/slideLayout" Target="/ppt/slideLayouts/slideLayout1.xml" Id="Rc64ca6c4817e4f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4ca6c4817e4f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a52e2a94c4681" /><Relationship Type="http://schemas.openxmlformats.org/officeDocument/2006/relationships/notesSlide" Target="/ppt/notesSlides/notesSlide1.xml" Id="Re559229f81d94a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61969c7d847fa" /><Relationship Type="http://schemas.openxmlformats.org/officeDocument/2006/relationships/image" Target="/ppt/media/image.png" Id="R3333f13edebf4d19" /><Relationship Type="http://schemas.openxmlformats.org/officeDocument/2006/relationships/image" Target="/ppt/media/image2.png" Id="R85c6afd0b27441bd" /><Relationship Type="http://schemas.openxmlformats.org/officeDocument/2006/relationships/image" Target="/ppt/media/image3.png" Id="Rd4a00a15a4fc4e76" /><Relationship Type="http://schemas.openxmlformats.org/officeDocument/2006/relationships/notesSlide" Target="/ppt/notesSlides/notesSlide2.xml" Id="Rfc05c0a5eb294e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79b0cc0754c68" /><Relationship Type="http://schemas.openxmlformats.org/officeDocument/2006/relationships/image" Target="/ppt/media/image4.png" Id="R62c7db68e9664e35" /><Relationship Type="http://schemas.openxmlformats.org/officeDocument/2006/relationships/image" Target="/ppt/media/image5.png" Id="R2905d57d9a40435a" /><Relationship Type="http://schemas.openxmlformats.org/officeDocument/2006/relationships/image" Target="/ppt/media/image6.png" Id="R38f7423c6f564c59" /><Relationship Type="http://schemas.openxmlformats.org/officeDocument/2006/relationships/notesSlide" Target="/ppt/notesSlides/notesSlide3.xml" Id="R4a2e920e310948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19a329bb04b25" /><Relationship Type="http://schemas.openxmlformats.org/officeDocument/2006/relationships/image" Target="/ppt/media/image7.png" Id="R594ff550c5b04b53" /><Relationship Type="http://schemas.openxmlformats.org/officeDocument/2006/relationships/image" Target="/ppt/media/image8.png" Id="R262fd79579004061" /><Relationship Type="http://schemas.openxmlformats.org/officeDocument/2006/relationships/image" Target="/ppt/media/image9.png" Id="R0d15dfb1739c47ef" /><Relationship Type="http://schemas.openxmlformats.org/officeDocument/2006/relationships/notesSlide" Target="/ppt/notesSlides/notesSlide4.xml" Id="R0306975b290344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1bdc793ec4bfa" /><Relationship Type="http://schemas.openxmlformats.org/officeDocument/2006/relationships/image" Target="/ppt/media/image10.png" Id="Rfc55cf780ac84408" /><Relationship Type="http://schemas.openxmlformats.org/officeDocument/2006/relationships/image" Target="/ppt/media/image11.png" Id="Rfeb673dee4494464" /><Relationship Type="http://schemas.openxmlformats.org/officeDocument/2006/relationships/image" Target="/ppt/media/image12.png" Id="R5fd87f885eff4a20" /><Relationship Type="http://schemas.openxmlformats.org/officeDocument/2006/relationships/notesSlide" Target="/ppt/notesSlides/notesSlide5.xml" Id="R2ca0526d92794e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A45B4D-75BB-4D58-865F-3F24B5FE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Continuous Thought Machine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DD481-AB0A-4F79-B74A-06EA97F4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Pseudocode and formula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3AFF9-0F25-40CF-9287-B7B28494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D46B6-C176-4778-B084-0C518C45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 code blocks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4CA56-49D3-4A8D-BECD-584F84EE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433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1CF44-3D43-4E06-B037-A2FDAFBF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433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slide per module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E49AA-2AA1-427E-BC44-9EB85BE9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Layout principle: left side shows the algorithm step, right side shows the equations used by that step.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3B350-EDC3-4CC4-9172-5308BBD9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98023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739CD0-4E9B-47DB-9F86-F9F0662E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code1 updates neuron state from attention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32971-5659-424B-9F9C-12DB011D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first block shows how attention output and current state become pre-activations, memory, and next neuron activations.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885F4-EC18-4ECA-B3DE-79511736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380EC-6C43-4EBB-BAAE-EAA1C9D2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PSEUDOCODE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0A10D-34EF-41EE-8234-D5FC4CE5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838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CORRESPONDING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AB56C-3B79-4C31-8A74-0AC377FB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51625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5543F-5863-4B1E-A72A-6CBAC32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23950"/>
            <a:ext cx="58388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5C566-ACEC-4EEF-B1BE-02AD04E0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78155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kv = KV(FeatureEncoder(inputs))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z, A = initialize learnable histories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post_acts_history = [z_init]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for t in thought_steps: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q = q_projector(synch_a)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o = Attention(q, kv, kv)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a = Synapses(concat(z, o))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A = FIFO(A, a)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z = NLM(A)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z = NLM(A)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append z to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690D7-6B8C-4C4C-B988-BFF64722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525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(1) Pre-activation from state and attention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3f13edebf4d19"/>
          <a:stretch xmlns:a="http://schemas.openxmlformats.org/drawingml/2006/main"/>
        </p:blipFill>
        <p:spPr>
          <a:xfrm xmlns:a="http://schemas.openxmlformats.org/drawingml/2006/main">
            <a:off x="6172200" y="1822620"/>
            <a:ext cx="5219700" cy="58385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7DCD4-5607-43DE-8424-E4CA8F01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194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(2) FIFO memory of pre-activations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6afd0b27441bd"/>
          <a:stretch xmlns:a="http://schemas.openxmlformats.org/drawingml/2006/main"/>
        </p:blipFill>
        <p:spPr>
          <a:xfrm xmlns:a="http://schemas.openxmlformats.org/drawingml/2006/main">
            <a:off x="6172200" y="3401766"/>
            <a:ext cx="5219700" cy="35926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E44DC-9767-4752-A13D-97F4AAE8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62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(3) Neuron-level update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00a15a4fc4e76"/>
          <a:stretch xmlns:a="http://schemas.openxmlformats.org/drawingml/2006/main"/>
        </p:blipFill>
        <p:spPr>
          <a:xfrm xmlns:a="http://schemas.openxmlformats.org/drawingml/2006/main">
            <a:off x="6409824" y="4552950"/>
            <a:ext cx="4744453" cy="9906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D8A8F-1534-47AA-8AA8-635C2507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81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is the cleanest place to explain the recurrent state update.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66CBD-A4F3-4895-BA1C-F04FFE0B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21274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F43B30-2228-469E-BE89-7340525C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code2 summarizes state history for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6C02F-FEC2-4830-A5CC-AA8F51F2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slide uses the second formula group to explain how state history becomes an output synchronization.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EEA7C-A204-48D0-AACC-147EA21E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EB9C2-B832-43E9-A616-3D6B9394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PSEUDOCODE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B094B-7118-4FDC-9E16-E5D7130C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838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CORRESPONDING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CC886-25F4-48F2-AF14-868B43BD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51625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4D70A-360A-4884-A452-E812F72D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23950"/>
            <a:ext cx="58388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D4287-2A92-4030-9BA8-1FC1621D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78155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Z = collect post_acts_history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S = compute_synch(Z)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synch_o = compute_synch(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post_acts_history, type='output')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y = output_proj(synch_o)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724A4-7900-4BD6-8B08-69823770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525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(4) Stack post-activation history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7db68e9664e35"/>
          <a:stretch xmlns:a="http://schemas.openxmlformats.org/drawingml/2006/main"/>
        </p:blipFill>
        <p:spPr>
          <a:xfrm xmlns:a="http://schemas.openxmlformats.org/drawingml/2006/main">
            <a:off x="6172200" y="1860287"/>
            <a:ext cx="5219700" cy="50852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88B44-C118-4326-B1E2-ADAC9E5F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194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(5) Synchronization matrix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5d57d9a40435a"/>
          <a:stretch xmlns:a="http://schemas.openxmlformats.org/drawingml/2006/main"/>
        </p:blipFill>
        <p:spPr>
          <a:xfrm xmlns:a="http://schemas.openxmlformats.org/drawingml/2006/main">
            <a:off x="6172200" y="3264036"/>
            <a:ext cx="5219700" cy="63472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09340-81C2-45BF-9E5E-2302DF4B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62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(6) Output projection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7423c6f564c59"/>
          <a:stretch xmlns:a="http://schemas.openxmlformats.org/drawingml/2006/main"/>
        </p:blipFill>
        <p:spPr>
          <a:xfrm xmlns:a="http://schemas.openxmlformats.org/drawingml/2006/main">
            <a:off x="6284473" y="4552950"/>
            <a:ext cx="4995153" cy="9906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14029-40A3-45EC-843C-FEFE2A98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81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source code2 file is a neuron-level model, so replace this block if you want literal file fidelity.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E30A8-A351-431D-9376-8577DC3C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77415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C69164-CEAF-4743-8B16-406F7114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code3 covers the action query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2724F-9016-4C1C-A27F-55981640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group shows how action synchronization queries the input features through attention.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C8D8F-3679-42F7-A85C-34645E39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01AA4-D44B-4879-8883-D630DB77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PSEUDOCODE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6E3B3-54B9-482B-BDC7-7C48905E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838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CORRESPONDING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5FE68-DD4C-4838-AD76-047FC20F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51625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18FB2-BD08-4587-A2CE-35EC97F2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23950"/>
            <a:ext cx="58388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778BA-730A-46A4-9023-63EC998C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78155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synch_a = compute_synch(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post_acts_history, type='action')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q = q_projector(synch_a)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kv = kv_projector(backbone(inputs))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o = Attention(q, kv, kv)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51DD4-DA78-4291-8AD0-92866191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525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(7) Query from action synchronization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ff550c5b04b53"/>
          <a:stretch xmlns:a="http://schemas.openxmlformats.org/drawingml/2006/main"/>
        </p:blipFill>
        <p:spPr>
          <a:xfrm xmlns:a="http://schemas.openxmlformats.org/drawingml/2006/main">
            <a:off x="6172200" y="1629716"/>
            <a:ext cx="5219700" cy="96966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BA7AF-D256-4D25-AE0C-15763F6E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194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(8) Attention over extracted features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fd79579004061"/>
          <a:stretch xmlns:a="http://schemas.openxmlformats.org/drawingml/2006/main"/>
        </p:blipFill>
        <p:spPr>
          <a:xfrm xmlns:a="http://schemas.openxmlformats.org/drawingml/2006/main">
            <a:off x="6172200" y="3439508"/>
            <a:ext cx="5219700" cy="283783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4BEFD-21CF-4021-996B-CBA6B939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62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(9) Temporal decay weights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5dfb1739c47ef"/>
          <a:stretch xmlns:a="http://schemas.openxmlformats.org/drawingml/2006/main"/>
        </p:blipFill>
        <p:spPr>
          <a:xfrm xmlns:a="http://schemas.openxmlformats.org/drawingml/2006/main">
            <a:off x="6172200" y="4900768"/>
            <a:ext cx="5219700" cy="294964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9FE5F-4055-42E1-B1CA-29DD7C39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81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file code3 currently duplicates code2; this slide reflects the intended third formula group.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A67BE-386C-436B-91D4-FAABA21D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47971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5852F7-AC0F-454F-A0F5-FC929E26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code4 selects thought steps for the final loss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0A563-4C8F-43D9-A219-1A4618AF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last group combines decay-weighted synchronization with cross-entropy over selected thought steps.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A7A73-64CB-44B6-AADD-0229D521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95E55-8252-4218-9162-D7BDBD39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PSEUDOCODE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DA4E8-4670-4CE0-BF1B-228FFA22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838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CORRESPONDING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52216-4B53-44C0-8B96-436AE1E7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51625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2DE3E-7586-4A92-8FEB-D23DA4BF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23950"/>
            <a:ext cx="58388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A2C37-CE5E-4A0D-B983-1769C0AB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78155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p = softmax(logits)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certainty = 1 - entropy(p) / log(C)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losses = CrossEntropy(y_t, target)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t1 = argmin(losses)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t2 = argmax(certainty)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return mean((loss[t1] + loss[t2]) / 2)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CE526-6CB5-4304-8DB7-A82D0794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525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(10) Decay-weighted synchronization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5cf780ac84408"/>
          <a:stretch xmlns:a="http://schemas.openxmlformats.org/drawingml/2006/main"/>
        </p:blipFill>
        <p:spPr>
          <a:xfrm xmlns:a="http://schemas.openxmlformats.org/drawingml/2006/main">
            <a:off x="7435850" y="1619250"/>
            <a:ext cx="2692400" cy="9906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C0FB8-8C55-4912-95D5-8BA262CB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194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(11) Per-step classification loss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673dee4494464"/>
          <a:stretch xmlns:a="http://schemas.openxmlformats.org/drawingml/2006/main"/>
        </p:blipFill>
        <p:spPr>
          <a:xfrm xmlns:a="http://schemas.openxmlformats.org/drawingml/2006/main">
            <a:off x="6172200" y="3310681"/>
            <a:ext cx="5219700" cy="54143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1C65B-8737-45D0-A168-EB39FB88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62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(12) Final averaged loss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87f885eff4a20"/>
          <a:stretch xmlns:a="http://schemas.openxmlformats.org/drawingml/2006/main"/>
        </p:blipFill>
        <p:spPr>
          <a:xfrm xmlns:a="http://schemas.openxmlformats.org/drawingml/2006/main">
            <a:off x="7380931" y="4552950"/>
            <a:ext cx="2802238" cy="9906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70BF4-509D-4814-B625-37B38442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81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Formula (12) corresponds to the two selected thought steps in code4.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9A2F6-2541-4867-8741-EB29FCCA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2130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2026-07-06T01:44:42.1560000Z</dcterms:created>
  <dcterms:modified xsi:type="dcterms:W3CDTF">2026-07-06T01:44:42.1560000Z</dcterms:modified>
</coreProperties>
</file>